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ACC529-06C9-45FD-94D7-552AA2810228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C5821-4806-42E3-99FB-8133F50CC9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7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0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664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sv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17C3E6C9-4CD1-7273-081D-271A1CDF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9848" y="1544204"/>
            <a:ext cx="5762625" cy="4305300"/>
          </a:xfrm>
          <a:prstGeom prst="rect">
            <a:avLst/>
          </a:prstGeom>
        </p:spPr>
      </p:pic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B16B4EA-9272-C346-5FB9-C298C7A65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3555" t="19818" r="12253" b="19743"/>
          <a:stretch>
            <a:fillRect/>
          </a:stretch>
        </p:blipFill>
        <p:spPr>
          <a:xfrm>
            <a:off x="4156798" y="1740474"/>
            <a:ext cx="1606693" cy="286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2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4BF446A-84DF-E6B3-3A48-AAF1F44E4BC1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D21589F-C510-3D82-6F1C-C70A77459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ADCCE5B4-BEF2-B358-533E-7E69EB7F81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074"/>
            <a:stretch>
              <a:fillRect/>
            </a:stretch>
          </p:blipFill>
          <p:spPr>
            <a:xfrm>
              <a:off x="4095231" y="1476375"/>
              <a:ext cx="2092803" cy="31972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0117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99A4BD1-76E7-FD7A-D241-B4B4EDC5DA13}"/>
              </a:ext>
            </a:extLst>
          </p:cNvPr>
          <p:cNvGrpSpPr/>
          <p:nvPr/>
        </p:nvGrpSpPr>
        <p:grpSpPr>
          <a:xfrm>
            <a:off x="3505200" y="1476374"/>
            <a:ext cx="5181600" cy="3905251"/>
            <a:chOff x="3505200" y="1476374"/>
            <a:chExt cx="5181600" cy="3905251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4CEDFB74-C78A-547E-C2F2-D00FC3B58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FC0B5FC-83D7-6CD9-EB55-D2A72FC0A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65"/>
            <a:stretch>
              <a:fillRect/>
            </a:stretch>
          </p:blipFill>
          <p:spPr>
            <a:xfrm>
              <a:off x="4276434" y="1476374"/>
              <a:ext cx="1991237" cy="32064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7369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9416C81-3F56-7CCE-ECF7-9E76E92D48CA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27E77F6-46BE-E48B-443E-016D50CBE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2811091-647F-044A-1C3F-C98C9E864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13"/>
            <a:stretch>
              <a:fillRect/>
            </a:stretch>
          </p:blipFill>
          <p:spPr>
            <a:xfrm>
              <a:off x="4223327" y="1476375"/>
              <a:ext cx="2098532" cy="319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7183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CD27D9C-56BD-2F84-5B57-96E545AFC3F7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402EAB7F-B5C8-C73D-6752-8D282AE76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70E5D0D-690E-3852-EA4A-05D8D650F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1215"/>
            <a:stretch>
              <a:fillRect/>
            </a:stretch>
          </p:blipFill>
          <p:spPr>
            <a:xfrm>
              <a:off x="4371110" y="1476375"/>
              <a:ext cx="1750556" cy="31602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9355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5A953981-0F91-854D-B17E-11ECDD8999BC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596AC61-77E2-8238-E365-56C6660A0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613"/>
            <a:stretch>
              <a:fillRect/>
            </a:stretch>
          </p:blipFill>
          <p:spPr>
            <a:xfrm>
              <a:off x="4389583" y="1476375"/>
              <a:ext cx="1768726" cy="3178754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6E2C4C3C-9158-EE73-228B-852F86BA0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4740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CC7D2EC-4871-74C0-5458-7109D9187D15}"/>
              </a:ext>
            </a:extLst>
          </p:cNvPr>
          <p:cNvGrpSpPr/>
          <p:nvPr/>
        </p:nvGrpSpPr>
        <p:grpSpPr>
          <a:xfrm>
            <a:off x="2191328" y="1467000"/>
            <a:ext cx="7467600" cy="3984619"/>
            <a:chOff x="2191328" y="1467000"/>
            <a:chExt cx="7467600" cy="3984619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025F737-E8DA-5FCE-61F9-063C60728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127" b="11221"/>
            <a:stretch>
              <a:fillRect/>
            </a:stretch>
          </p:blipFill>
          <p:spPr>
            <a:xfrm>
              <a:off x="7372928" y="1467000"/>
              <a:ext cx="2286000" cy="3786909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B065DD4-3290-91A7-0632-CEF07F831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91328" y="1546369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4000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F38CBE9-0FD0-6090-3F74-C84754C5391A}"/>
              </a:ext>
            </a:extLst>
          </p:cNvPr>
          <p:cNvGrpSpPr/>
          <p:nvPr/>
        </p:nvGrpSpPr>
        <p:grpSpPr>
          <a:xfrm>
            <a:off x="2258291" y="1551712"/>
            <a:ext cx="7467600" cy="4054763"/>
            <a:chOff x="2258291" y="1551712"/>
            <a:chExt cx="7467600" cy="4054763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BCBC998-39E9-9CB4-5A29-899CD1D21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967" b="11880"/>
            <a:stretch>
              <a:fillRect/>
            </a:stretch>
          </p:blipFill>
          <p:spPr>
            <a:xfrm>
              <a:off x="7439891" y="1551712"/>
              <a:ext cx="2286000" cy="405476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9DF805C4-B894-0B0E-EF03-75E4CC6AF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58291" y="1688811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1656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0FEF1DE6-BFC0-BA04-1F13-D4D142AF2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0" y="766762"/>
            <a:ext cx="2286000" cy="5324475"/>
          </a:xfrm>
          <a:prstGeom prst="rect">
            <a:avLst/>
          </a:prstGeom>
        </p:spPr>
      </p:pic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6A3521A3-A64C-23D0-7D55-809BF1A1F2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0364" y="1476374"/>
            <a:ext cx="518160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260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295C5B2-B035-3F8C-256D-A11660DCD2B6}"/>
              </a:ext>
            </a:extLst>
          </p:cNvPr>
          <p:cNvGrpSpPr/>
          <p:nvPr/>
        </p:nvGrpSpPr>
        <p:grpSpPr>
          <a:xfrm>
            <a:off x="3505200" y="1413164"/>
            <a:ext cx="7467600" cy="4045527"/>
            <a:chOff x="3505200" y="1413164"/>
            <a:chExt cx="7467600" cy="404552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CF19782C-78A8-F075-E639-D3BD9AE3D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2140" b="11880"/>
            <a:stretch>
              <a:fillRect/>
            </a:stretch>
          </p:blipFill>
          <p:spPr>
            <a:xfrm>
              <a:off x="8686800" y="1413164"/>
              <a:ext cx="2286000" cy="404552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628EBC3-629B-DD36-D3B3-CF65767AB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0887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764A89DB-7E1D-88AF-3D1F-3FD792D54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793" b="11880"/>
          <a:stretch>
            <a:fillRect/>
          </a:stretch>
        </p:blipFill>
        <p:spPr>
          <a:xfrm>
            <a:off x="8686800" y="1394691"/>
            <a:ext cx="2286000" cy="4064000"/>
          </a:xfrm>
          <a:prstGeom prst="rect">
            <a:avLst/>
          </a:prstGeom>
        </p:spPr>
      </p:pic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62B558FF-74FA-EAE7-61BA-3E6C34B8BF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5200" y="1476375"/>
            <a:ext cx="518160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257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36EEFB13-760E-B2BF-1562-0D42D4AC7F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745" y="1587211"/>
            <a:ext cx="5181600" cy="3905250"/>
          </a:xfrm>
          <a:prstGeom prst="rect">
            <a:avLst/>
          </a:prstGeom>
        </p:spPr>
      </p:pic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4E1A1D50-DE6A-E6A2-3655-9467AB5D2C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967" b="12054"/>
          <a:stretch>
            <a:fillRect/>
          </a:stretch>
        </p:blipFill>
        <p:spPr>
          <a:xfrm>
            <a:off x="7809345" y="1514764"/>
            <a:ext cx="2286000" cy="404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804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mpty.potx" id="{F7AD029D-864F-4C4C-BE47-22E3FA5C9C1C}" vid="{889DCEEF-78CE-42BA-953F-38AC138AD04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4af94e1-c1fc-4949-80ee-6d0f2b25a4f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01977AFA83253148B9A11DE7E57585DA" ma:contentTypeVersion="18" ma:contentTypeDescription="新しいドキュメントを作成します。" ma:contentTypeScope="" ma:versionID="c33b06d1a59709aebae5ef90ac421293">
  <xsd:schema xmlns:xsd="http://www.w3.org/2001/XMLSchema" xmlns:xs="http://www.w3.org/2001/XMLSchema" xmlns:p="http://schemas.microsoft.com/office/2006/metadata/properties" xmlns:ns3="a4af94e1-c1fc-4949-80ee-6d0f2b25a4fd" xmlns:ns4="6e67e666-c3e9-4393-909a-82e166baf630" targetNamespace="http://schemas.microsoft.com/office/2006/metadata/properties" ma:root="true" ma:fieldsID="5929bf68818a63ba6b6aa8003b159019" ns3:_="" ns4:_="">
    <xsd:import namespace="a4af94e1-c1fc-4949-80ee-6d0f2b25a4fd"/>
    <xsd:import namespace="6e67e666-c3e9-4393-909a-82e166baf6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af94e1-c1fc-4949-80ee-6d0f2b25a4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7e666-c3e9-4393-909a-82e166baf630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4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36A920-CFA6-45F7-AAF4-D5E5B2A432A5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a4af94e1-c1fc-4949-80ee-6d0f2b25a4fd"/>
    <ds:schemaRef ds:uri="http://schemas.openxmlformats.org/package/2006/metadata/core-properties"/>
    <ds:schemaRef ds:uri="6e67e666-c3e9-4393-909a-82e166baf630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CF7E964-C6F6-44DA-86BC-C4F5D23786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af94e1-c1fc-4949-80ee-6d0f2b25a4fd"/>
    <ds:schemaRef ds:uri="6e67e666-c3e9-4393-909a-82e166baf6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32B4A66-F859-40E3-BB80-2813DE49481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empty</Template>
  <TotalTime>79</TotalTime>
  <Words>0</Words>
  <Application>Microsoft Office PowerPoint</Application>
  <PresentationFormat>ワイド画面</PresentationFormat>
  <Paragraphs>0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5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ISHIDA HARUYA</dc:creator>
  <cp:lastModifiedBy>ISHIDA HARUYA</cp:lastModifiedBy>
  <cp:revision>17</cp:revision>
  <dcterms:created xsi:type="dcterms:W3CDTF">2026-02-26T08:55:31Z</dcterms:created>
  <dcterms:modified xsi:type="dcterms:W3CDTF">2026-03-18T04:54:52Z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0x01010001977AFA83253148B9A11DE7E57585DA</vt:lpwstr>
  </property>
</Properties>
</file>