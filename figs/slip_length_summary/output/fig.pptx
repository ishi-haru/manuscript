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"/>
  </p:notesMasterIdLst>
  <p:sldIdLst>
    <p:sldId id="257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ACC529-06C9-45FD-94D7-552AA2810228}" type="datetimeFigureOut">
              <a:rPr kumimoji="1" lang="ja-JP" altLang="en-US" smtClean="0"/>
              <a:t>2026/2/26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C5821-4806-42E3-99FB-8133F50CC9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77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20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6643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17C3E6C9-4CD1-7273-081D-271A1CDFA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9848" y="1544204"/>
            <a:ext cx="5762625" cy="4305300"/>
          </a:xfrm>
          <a:prstGeom prst="rect">
            <a:avLst/>
          </a:prstGeom>
        </p:spPr>
      </p:pic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B16B4EA-9272-C346-5FB9-C298C7A65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3555" t="19818" r="12253" b="19743"/>
          <a:stretch>
            <a:fillRect/>
          </a:stretch>
        </p:blipFill>
        <p:spPr>
          <a:xfrm>
            <a:off x="4156798" y="1740474"/>
            <a:ext cx="1606693" cy="286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2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392F6F2A-8466-3962-BD8C-D0A4486D05CE}"/>
              </a:ext>
            </a:extLst>
          </p:cNvPr>
          <p:cNvGrpSpPr/>
          <p:nvPr/>
        </p:nvGrpSpPr>
        <p:grpSpPr>
          <a:xfrm>
            <a:off x="3505200" y="1476374"/>
            <a:ext cx="5181600" cy="3905251"/>
            <a:chOff x="3505200" y="1476374"/>
            <a:chExt cx="5181600" cy="3905251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4EAAC42-818B-0090-CC74-82C42C665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695"/>
            <a:stretch>
              <a:fillRect/>
            </a:stretch>
          </p:blipFill>
          <p:spPr>
            <a:xfrm>
              <a:off x="4160980" y="1476374"/>
              <a:ext cx="1685637" cy="3175481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BD21589F-C510-3D82-6F1C-C70A77459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0117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mpty.potx" id="{F7AD029D-864F-4C4C-BE47-22E3FA5C9C1C}" vid="{889DCEEF-78CE-42BA-953F-38AC138AD04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01977AFA83253148B9A11DE7E57585DA" ma:contentTypeVersion="18" ma:contentTypeDescription="新しいドキュメントを作成します。" ma:contentTypeScope="" ma:versionID="c33b06d1a59709aebae5ef90ac421293">
  <xsd:schema xmlns:xsd="http://www.w3.org/2001/XMLSchema" xmlns:xs="http://www.w3.org/2001/XMLSchema" xmlns:p="http://schemas.microsoft.com/office/2006/metadata/properties" xmlns:ns3="a4af94e1-c1fc-4949-80ee-6d0f2b25a4fd" xmlns:ns4="6e67e666-c3e9-4393-909a-82e166baf630" targetNamespace="http://schemas.microsoft.com/office/2006/metadata/properties" ma:root="true" ma:fieldsID="5929bf68818a63ba6b6aa8003b159019" ns3:_="" ns4:_="">
    <xsd:import namespace="a4af94e1-c1fc-4949-80ee-6d0f2b25a4fd"/>
    <xsd:import namespace="6e67e666-c3e9-4393-909a-82e166baf6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af94e1-c1fc-4949-80ee-6d0f2b25a4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7e666-c3e9-4393-909a-82e166baf630" elementFormDefault="qualified">
    <xsd:import namespace="http://schemas.microsoft.com/office/2006/documentManagement/types"/>
    <xsd:import namespace="http://schemas.microsoft.com/office/infopath/2007/PartnerControls"/>
    <xsd:element name="SharedWithUsers" ma:index="2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4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4af94e1-c1fc-4949-80ee-6d0f2b25a4fd" xsi:nil="true"/>
  </documentManagement>
</p:properties>
</file>

<file path=customXml/itemProps1.xml><?xml version="1.0" encoding="utf-8"?>
<ds:datastoreItem xmlns:ds="http://schemas.openxmlformats.org/officeDocument/2006/customXml" ds:itemID="{4CF7E964-C6F6-44DA-86BC-C4F5D23786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af94e1-c1fc-4949-80ee-6d0f2b25a4fd"/>
    <ds:schemaRef ds:uri="6e67e666-c3e9-4393-909a-82e166baf6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2B4A66-F859-40E3-BB80-2813DE49481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536A920-CFA6-45F7-AAF4-D5E5B2A432A5}">
  <ds:schemaRefs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a4af94e1-c1fc-4949-80ee-6d0f2b25a4fd"/>
    <ds:schemaRef ds:uri="http://schemas.openxmlformats.org/package/2006/metadata/core-properties"/>
    <ds:schemaRef ds:uri="6e67e666-c3e9-4393-909a-82e166baf630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empty</Template>
  <TotalTime>5</TotalTime>
  <Words>0</Words>
  <Application>Microsoft Office PowerPoint</Application>
  <PresentationFormat>ワイド画面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游ゴシック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ISHIDA HARUYA</dc:creator>
  <cp:lastModifiedBy>ISHIDA HARUYA</cp:lastModifiedBy>
  <cp:revision>3</cp:revision>
  <dcterms:created xsi:type="dcterms:W3CDTF">2026-02-26T08:55:31Z</dcterms:created>
  <dcterms:modified xsi:type="dcterms:W3CDTF">2026-02-26T09:00:44Z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0x01010001977AFA83253148B9A11DE7E57585DA</vt:lpwstr>
  </property>
</Properties>
</file>