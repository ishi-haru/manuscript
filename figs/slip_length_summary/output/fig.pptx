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ACC529-06C9-45FD-94D7-552AA2810228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DC5821-4806-42E3-99FB-8133F50CC9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8771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2099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6643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sv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17C3E6C9-4CD1-7273-081D-271A1CDFA3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9848" y="1544204"/>
            <a:ext cx="5762625" cy="4305300"/>
          </a:xfrm>
          <a:prstGeom prst="rect">
            <a:avLst/>
          </a:prstGeom>
        </p:spPr>
      </p:pic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EB16B4EA-9272-C346-5FB9-C298C7A657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3555" t="19818" r="12253" b="19743"/>
          <a:stretch>
            <a:fillRect/>
          </a:stretch>
        </p:blipFill>
        <p:spPr>
          <a:xfrm>
            <a:off x="4156798" y="1740474"/>
            <a:ext cx="1606693" cy="2868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823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A4BF446A-84DF-E6B3-3A48-AAF1F44E4BC1}"/>
              </a:ext>
            </a:extLst>
          </p:cNvPr>
          <p:cNvGrpSpPr/>
          <p:nvPr/>
        </p:nvGrpSpPr>
        <p:grpSpPr>
          <a:xfrm>
            <a:off x="3505200" y="1476375"/>
            <a:ext cx="5181600" cy="3905250"/>
            <a:chOff x="3505200" y="1476375"/>
            <a:chExt cx="5181600" cy="3905250"/>
          </a:xfrm>
        </p:grpSpPr>
        <p:pic>
          <p:nvPicPr>
            <p:cNvPr id="5" name="グラフィックス 4">
              <a:extLst>
                <a:ext uri="{FF2B5EF4-FFF2-40B4-BE49-F238E27FC236}">
                  <a16:creationId xmlns:a16="http://schemas.microsoft.com/office/drawing/2014/main" id="{BD21589F-C510-3D82-6F1C-C70A77459B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05200" y="1476375"/>
              <a:ext cx="5181600" cy="3905250"/>
            </a:xfrm>
            <a:prstGeom prst="rect">
              <a:avLst/>
            </a:prstGeom>
          </p:spPr>
        </p:pic>
        <p:pic>
          <p:nvPicPr>
            <p:cNvPr id="6" name="グラフィックス 5">
              <a:extLst>
                <a:ext uri="{FF2B5EF4-FFF2-40B4-BE49-F238E27FC236}">
                  <a16:creationId xmlns:a16="http://schemas.microsoft.com/office/drawing/2014/main" id="{ADCCE5B4-BEF2-B358-533E-7E69EB7F81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12074"/>
            <a:stretch>
              <a:fillRect/>
            </a:stretch>
          </p:blipFill>
          <p:spPr>
            <a:xfrm>
              <a:off x="4095231" y="1476375"/>
              <a:ext cx="2092803" cy="31972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50117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399A4BD1-76E7-FD7A-D241-B4B4EDC5DA13}"/>
              </a:ext>
            </a:extLst>
          </p:cNvPr>
          <p:cNvGrpSpPr/>
          <p:nvPr/>
        </p:nvGrpSpPr>
        <p:grpSpPr>
          <a:xfrm>
            <a:off x="3505200" y="1476374"/>
            <a:ext cx="5181600" cy="3905251"/>
            <a:chOff x="3505200" y="1476374"/>
            <a:chExt cx="5181600" cy="3905251"/>
          </a:xfrm>
        </p:grpSpPr>
        <p:pic>
          <p:nvPicPr>
            <p:cNvPr id="7" name="グラフィックス 6">
              <a:extLst>
                <a:ext uri="{FF2B5EF4-FFF2-40B4-BE49-F238E27FC236}">
                  <a16:creationId xmlns:a16="http://schemas.microsoft.com/office/drawing/2014/main" id="{4CEDFB74-C78A-547E-C2F2-D00FC3B584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05200" y="1476375"/>
              <a:ext cx="5181600" cy="3905250"/>
            </a:xfrm>
            <a:prstGeom prst="rect">
              <a:avLst/>
            </a:prstGeom>
          </p:spPr>
        </p:pic>
        <p:pic>
          <p:nvPicPr>
            <p:cNvPr id="3" name="グラフィックス 2">
              <a:extLst>
                <a:ext uri="{FF2B5EF4-FFF2-40B4-BE49-F238E27FC236}">
                  <a16:creationId xmlns:a16="http://schemas.microsoft.com/office/drawing/2014/main" id="{3FC0B5FC-83D7-6CD9-EB55-D2A72FC0AE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12365"/>
            <a:stretch>
              <a:fillRect/>
            </a:stretch>
          </p:blipFill>
          <p:spPr>
            <a:xfrm>
              <a:off x="4276434" y="1476374"/>
              <a:ext cx="1991237" cy="32064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77369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B9416C81-3F56-7CCE-ECF7-9E76E92D48CA}"/>
              </a:ext>
            </a:extLst>
          </p:cNvPr>
          <p:cNvGrpSpPr/>
          <p:nvPr/>
        </p:nvGrpSpPr>
        <p:grpSpPr>
          <a:xfrm>
            <a:off x="3505200" y="1476375"/>
            <a:ext cx="5181600" cy="3905250"/>
            <a:chOff x="3505200" y="1476375"/>
            <a:chExt cx="5181600" cy="3905250"/>
          </a:xfrm>
        </p:grpSpPr>
        <p:pic>
          <p:nvPicPr>
            <p:cNvPr id="3" name="グラフィックス 2">
              <a:extLst>
                <a:ext uri="{FF2B5EF4-FFF2-40B4-BE49-F238E27FC236}">
                  <a16:creationId xmlns:a16="http://schemas.microsoft.com/office/drawing/2014/main" id="{327E77F6-46BE-E48B-443E-016D50CBE6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05200" y="1476375"/>
              <a:ext cx="5181600" cy="3905250"/>
            </a:xfrm>
            <a:prstGeom prst="rect">
              <a:avLst/>
            </a:prstGeom>
          </p:spPr>
        </p:pic>
        <p:pic>
          <p:nvPicPr>
            <p:cNvPr id="5" name="グラフィックス 4">
              <a:extLst>
                <a:ext uri="{FF2B5EF4-FFF2-40B4-BE49-F238E27FC236}">
                  <a16:creationId xmlns:a16="http://schemas.microsoft.com/office/drawing/2014/main" id="{D2811091-647F-044A-1C3F-C98C9E864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12313"/>
            <a:stretch>
              <a:fillRect/>
            </a:stretch>
          </p:blipFill>
          <p:spPr>
            <a:xfrm>
              <a:off x="4223327" y="1476375"/>
              <a:ext cx="2098532" cy="31972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87183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0CD27D9C-56BD-2F84-5B57-96E545AFC3F7}"/>
              </a:ext>
            </a:extLst>
          </p:cNvPr>
          <p:cNvGrpSpPr/>
          <p:nvPr/>
        </p:nvGrpSpPr>
        <p:grpSpPr>
          <a:xfrm>
            <a:off x="3505200" y="1476375"/>
            <a:ext cx="5181600" cy="3905250"/>
            <a:chOff x="3505200" y="1476375"/>
            <a:chExt cx="5181600" cy="3905250"/>
          </a:xfrm>
        </p:grpSpPr>
        <p:pic>
          <p:nvPicPr>
            <p:cNvPr id="3" name="グラフィックス 2">
              <a:extLst>
                <a:ext uri="{FF2B5EF4-FFF2-40B4-BE49-F238E27FC236}">
                  <a16:creationId xmlns:a16="http://schemas.microsoft.com/office/drawing/2014/main" id="{402EAB7F-B5C8-C73D-6752-8D282AE767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05200" y="1476375"/>
              <a:ext cx="5181600" cy="3905250"/>
            </a:xfrm>
            <a:prstGeom prst="rect">
              <a:avLst/>
            </a:prstGeom>
          </p:spPr>
        </p:pic>
        <p:pic>
          <p:nvPicPr>
            <p:cNvPr id="5" name="グラフィックス 4">
              <a:extLst>
                <a:ext uri="{FF2B5EF4-FFF2-40B4-BE49-F238E27FC236}">
                  <a16:creationId xmlns:a16="http://schemas.microsoft.com/office/drawing/2014/main" id="{570E5D0D-690E-3852-EA4A-05D8D650F3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11215"/>
            <a:stretch>
              <a:fillRect/>
            </a:stretch>
          </p:blipFill>
          <p:spPr>
            <a:xfrm>
              <a:off x="4371110" y="1476375"/>
              <a:ext cx="1750556" cy="31602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19355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5A953981-0F91-854D-B17E-11ECDD8999BC}"/>
              </a:ext>
            </a:extLst>
          </p:cNvPr>
          <p:cNvGrpSpPr/>
          <p:nvPr/>
        </p:nvGrpSpPr>
        <p:grpSpPr>
          <a:xfrm>
            <a:off x="3505200" y="1476375"/>
            <a:ext cx="5181600" cy="3905250"/>
            <a:chOff x="3505200" y="1476375"/>
            <a:chExt cx="5181600" cy="3905250"/>
          </a:xfrm>
        </p:grpSpPr>
        <p:pic>
          <p:nvPicPr>
            <p:cNvPr id="3" name="グラフィックス 2">
              <a:extLst>
                <a:ext uri="{FF2B5EF4-FFF2-40B4-BE49-F238E27FC236}">
                  <a16:creationId xmlns:a16="http://schemas.microsoft.com/office/drawing/2014/main" id="{7596AC61-77E2-8238-E365-56C6660A0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11613"/>
            <a:stretch>
              <a:fillRect/>
            </a:stretch>
          </p:blipFill>
          <p:spPr>
            <a:xfrm>
              <a:off x="4389583" y="1476375"/>
              <a:ext cx="1768726" cy="3178754"/>
            </a:xfrm>
            <a:prstGeom prst="rect">
              <a:avLst/>
            </a:prstGeom>
          </p:spPr>
        </p:pic>
        <p:pic>
          <p:nvPicPr>
            <p:cNvPr id="5" name="グラフィックス 4">
              <a:extLst>
                <a:ext uri="{FF2B5EF4-FFF2-40B4-BE49-F238E27FC236}">
                  <a16:creationId xmlns:a16="http://schemas.microsoft.com/office/drawing/2014/main" id="{6E2C4C3C-9158-EE73-228B-852F86BA0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505200" y="1476375"/>
              <a:ext cx="5181600" cy="39052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04740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mpty.potx" id="{F7AD029D-864F-4C4C-BE47-22E3FA5C9C1C}" vid="{889DCEEF-78CE-42BA-953F-38AC138AD044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01977AFA83253148B9A11DE7E57585DA" ma:contentTypeVersion="18" ma:contentTypeDescription="新しいドキュメントを作成します。" ma:contentTypeScope="" ma:versionID="c33b06d1a59709aebae5ef90ac421293">
  <xsd:schema xmlns:xsd="http://www.w3.org/2001/XMLSchema" xmlns:xs="http://www.w3.org/2001/XMLSchema" xmlns:p="http://schemas.microsoft.com/office/2006/metadata/properties" xmlns:ns3="a4af94e1-c1fc-4949-80ee-6d0f2b25a4fd" xmlns:ns4="6e67e666-c3e9-4393-909a-82e166baf630" targetNamespace="http://schemas.microsoft.com/office/2006/metadata/properties" ma:root="true" ma:fieldsID="5929bf68818a63ba6b6aa8003b159019" ns3:_="" ns4:_="">
    <xsd:import namespace="a4af94e1-c1fc-4949-80ee-6d0f2b25a4fd"/>
    <xsd:import namespace="6e67e666-c3e9-4393-909a-82e166baf63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3:_activity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af94e1-c1fc-4949-80ee-6d0f2b25a4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7e666-c3e9-4393-909a-82e166baf630" elementFormDefault="qualified">
    <xsd:import namespace="http://schemas.microsoft.com/office/2006/documentManagement/types"/>
    <xsd:import namespace="http://schemas.microsoft.com/office/infopath/2007/PartnerControls"/>
    <xsd:element name="SharedWithUsers" ma:index="22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4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4af94e1-c1fc-4949-80ee-6d0f2b25a4fd" xsi:nil="true"/>
  </documentManagement>
</p:properties>
</file>

<file path=customXml/itemProps1.xml><?xml version="1.0" encoding="utf-8"?>
<ds:datastoreItem xmlns:ds="http://schemas.openxmlformats.org/officeDocument/2006/customXml" ds:itemID="{4CF7E964-C6F6-44DA-86BC-C4F5D23786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af94e1-c1fc-4949-80ee-6d0f2b25a4fd"/>
    <ds:schemaRef ds:uri="6e67e666-c3e9-4393-909a-82e166baf63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32B4A66-F859-40E3-BB80-2813DE4948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536A920-CFA6-45F7-AAF4-D5E5B2A432A5}">
  <ds:schemaRefs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dcmitype/"/>
    <ds:schemaRef ds:uri="http://www.w3.org/XML/1998/namespace"/>
    <ds:schemaRef ds:uri="a4af94e1-c1fc-4949-80ee-6d0f2b25a4fd"/>
    <ds:schemaRef ds:uri="http://schemas.openxmlformats.org/package/2006/metadata/core-properties"/>
    <ds:schemaRef ds:uri="6e67e666-c3e9-4393-909a-82e166baf630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empty</Template>
  <TotalTime>10</TotalTime>
  <Words>0</Words>
  <Application>Microsoft Office PowerPoint</Application>
  <PresentationFormat>ワイド画面</PresentationFormat>
  <Paragraphs>0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9" baseType="lpstr">
      <vt:lpstr>游ゴシック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ISHIDA HARUYA</dc:creator>
  <cp:lastModifiedBy>ISHIDA HARUYA</cp:lastModifiedBy>
  <cp:revision>11</cp:revision>
  <dcterms:created xsi:type="dcterms:W3CDTF">2026-02-26T08:55:31Z</dcterms:created>
  <dcterms:modified xsi:type="dcterms:W3CDTF">2026-02-27T03:19:27Z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0x01010001977AFA83253148B9A11DE7E57585DA</vt:lpwstr>
  </property>
</Properties>
</file>