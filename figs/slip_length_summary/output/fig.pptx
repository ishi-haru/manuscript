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4BF446A-84DF-E6B3-3A48-AAF1F44E4BC1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ADCCE5B4-BEF2-B358-533E-7E69EB7F8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074"/>
            <a:stretch>
              <a:fillRect/>
            </a:stretch>
          </p:blipFill>
          <p:spPr>
            <a:xfrm>
              <a:off x="4095231" y="1476375"/>
              <a:ext cx="2092803" cy="31972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99A4BD1-76E7-FD7A-D241-B4B4EDC5DA13}"/>
              </a:ext>
            </a:extLst>
          </p:cNvPr>
          <p:cNvGrpSpPr/>
          <p:nvPr/>
        </p:nvGrpSpPr>
        <p:grpSpPr>
          <a:xfrm>
            <a:off x="3505200" y="1476374"/>
            <a:ext cx="5181600" cy="3905251"/>
            <a:chOff x="3505200" y="1476374"/>
            <a:chExt cx="5181600" cy="3905251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4CEDFB74-C78A-547E-C2F2-D00FC3B58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FC0B5FC-83D7-6CD9-EB55-D2A72FC0A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65"/>
            <a:stretch>
              <a:fillRect/>
            </a:stretch>
          </p:blipFill>
          <p:spPr>
            <a:xfrm>
              <a:off x="4276434" y="1476374"/>
              <a:ext cx="1991237" cy="32064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7369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9416C81-3F56-7CCE-ECF7-9E76E92D48CA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27E77F6-46BE-E48B-443E-016D50CBE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2811091-647F-044A-1C3F-C98C9E864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13"/>
            <a:stretch>
              <a:fillRect/>
            </a:stretch>
          </p:blipFill>
          <p:spPr>
            <a:xfrm>
              <a:off x="4223327" y="1476375"/>
              <a:ext cx="2098532" cy="319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7183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CD27D9C-56BD-2F84-5B57-96E545AFC3F7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402EAB7F-B5C8-C73D-6752-8D282AE76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70E5D0D-690E-3852-EA4A-05D8D650F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1215"/>
            <a:stretch>
              <a:fillRect/>
            </a:stretch>
          </p:blipFill>
          <p:spPr>
            <a:xfrm>
              <a:off x="4371110" y="1476375"/>
              <a:ext cx="1750556" cy="31602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9355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5A953981-0F91-854D-B17E-11ECDD8999BC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596AC61-77E2-8238-E365-56C6660A0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613"/>
            <a:stretch>
              <a:fillRect/>
            </a:stretch>
          </p:blipFill>
          <p:spPr>
            <a:xfrm>
              <a:off x="4389583" y="1476375"/>
              <a:ext cx="1768726" cy="3178754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6E2C4C3C-9158-EE73-228B-852F86BA0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474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CC7D2EC-4871-74C0-5458-7109D9187D15}"/>
              </a:ext>
            </a:extLst>
          </p:cNvPr>
          <p:cNvGrpSpPr/>
          <p:nvPr/>
        </p:nvGrpSpPr>
        <p:grpSpPr>
          <a:xfrm>
            <a:off x="2191328" y="1467000"/>
            <a:ext cx="7467600" cy="3984619"/>
            <a:chOff x="2191328" y="1467000"/>
            <a:chExt cx="7467600" cy="3984619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025F737-E8DA-5FCE-61F9-063C60728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127" b="11221"/>
            <a:stretch>
              <a:fillRect/>
            </a:stretch>
          </p:blipFill>
          <p:spPr>
            <a:xfrm>
              <a:off x="7372928" y="1467000"/>
              <a:ext cx="2286000" cy="3786909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B065DD4-3290-91A7-0632-CEF07F831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91328" y="1546369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4000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F38CBE9-0FD0-6090-3F74-C84754C5391A}"/>
              </a:ext>
            </a:extLst>
          </p:cNvPr>
          <p:cNvGrpSpPr/>
          <p:nvPr/>
        </p:nvGrpSpPr>
        <p:grpSpPr>
          <a:xfrm>
            <a:off x="2258291" y="1551712"/>
            <a:ext cx="7467600" cy="4054763"/>
            <a:chOff x="2258291" y="1551712"/>
            <a:chExt cx="7467600" cy="4054763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BCBC998-39E9-9CB4-5A29-899CD1D21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967" b="11880"/>
            <a:stretch>
              <a:fillRect/>
            </a:stretch>
          </p:blipFill>
          <p:spPr>
            <a:xfrm>
              <a:off x="7439891" y="1551712"/>
              <a:ext cx="2286000" cy="405476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9DF805C4-B894-0B0E-EF03-75E4CC6AF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58291" y="1688811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1656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69</TotalTime>
  <Words>0</Words>
  <Application>Microsoft Office PowerPoint</Application>
  <PresentationFormat>ワイド画面</PresentationFormat>
  <Paragraphs>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14</cp:revision>
  <dcterms:created xsi:type="dcterms:W3CDTF">2026-02-26T08:55:31Z</dcterms:created>
  <dcterms:modified xsi:type="dcterms:W3CDTF">2026-03-05T06:08:40Z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